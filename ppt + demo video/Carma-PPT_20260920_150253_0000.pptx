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uce" charset="1" panose="00000500000000000000"/>
      <p:regular r:id="rId14"/>
    </p:embeddedFont>
    <p:embeddedFont>
      <p:font typeface="Open Sauce Bold" charset="1" panose="00000800000000000000"/>
      <p:regular r:id="rId15"/>
    </p:embeddedFont>
    <p:embeddedFont>
      <p:font typeface="Open Sauce Italics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33450" y="2696608"/>
            <a:ext cx="10910528" cy="173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3040" spc="-782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Carma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698616" y="8930640"/>
            <a:ext cx="4560684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  <a:spcBef>
                <a:spcPct val="0"/>
              </a:spcBef>
            </a:pPr>
            <a:r>
              <a:rPr lang="en-US" b="true" sz="2400" spc="24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AUTHOR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98616" y="9210675"/>
            <a:ext cx="456068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Vashisth Pandey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57275"/>
            <a:ext cx="4560684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Hackdevengers2.0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441168"/>
            <a:ext cx="11201378" cy="1040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1"/>
              </a:lnSpc>
            </a:pPr>
            <a:r>
              <a:rPr lang="en-US" sz="2400" spc="24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An interactive 3D vehicle history platform that maps service records, documents, and AI-powered insights directly onto the components of a vehicle.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860684"/>
            <a:ext cx="1050505" cy="1263766"/>
          </a:xfrm>
          <a:custGeom>
            <a:avLst/>
            <a:gdLst/>
            <a:ahLst/>
            <a:cxnLst/>
            <a:rect r="r" b="b" t="t" l="l"/>
            <a:pathLst>
              <a:path h="1263766" w="1050505">
                <a:moveTo>
                  <a:pt x="0" y="0"/>
                </a:moveTo>
                <a:lnTo>
                  <a:pt x="1050505" y="0"/>
                </a:lnTo>
                <a:lnTo>
                  <a:pt x="1050505" y="1263766"/>
                </a:lnTo>
                <a:lnTo>
                  <a:pt x="0" y="12637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49128" y="3365384"/>
            <a:ext cx="811369" cy="1759066"/>
          </a:xfrm>
          <a:custGeom>
            <a:avLst/>
            <a:gdLst/>
            <a:ahLst/>
            <a:cxnLst/>
            <a:rect r="r" b="b" t="t" l="l"/>
            <a:pathLst>
              <a:path h="1759066" w="811369">
                <a:moveTo>
                  <a:pt x="0" y="0"/>
                </a:moveTo>
                <a:lnTo>
                  <a:pt x="811369" y="0"/>
                </a:lnTo>
                <a:lnTo>
                  <a:pt x="811369" y="1759066"/>
                </a:lnTo>
                <a:lnTo>
                  <a:pt x="0" y="17590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88914" y="3860684"/>
            <a:ext cx="1117351" cy="1151414"/>
          </a:xfrm>
          <a:custGeom>
            <a:avLst/>
            <a:gdLst/>
            <a:ahLst/>
            <a:cxnLst/>
            <a:rect r="r" b="b" t="t" l="l"/>
            <a:pathLst>
              <a:path h="1151414" w="1117351">
                <a:moveTo>
                  <a:pt x="0" y="0"/>
                </a:moveTo>
                <a:lnTo>
                  <a:pt x="1117351" y="0"/>
                </a:lnTo>
                <a:lnTo>
                  <a:pt x="1117351" y="1151414"/>
                </a:lnTo>
                <a:lnTo>
                  <a:pt x="0" y="1151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Project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667375"/>
            <a:ext cx="27468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P</a:t>
            </a: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425565"/>
            <a:ext cx="4310172" cy="296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Y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our vehicle's history is everywhere.The information exists but it isn't connected to the vehicle itself. Vehicle history is fragmented across Paper invoices, PDFs and receipts,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Service-center records.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988914" y="5667375"/>
            <a:ext cx="27468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Solution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88914" y="6425565"/>
            <a:ext cx="4310172" cy="296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CARMA maps vehicle history directly onto a 3D car.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Click a component. See its records, documents, and insights. 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AI extracts information from documents and lets users query their vehicle's documented history naturally.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49128" y="5667375"/>
            <a:ext cx="2746871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Why It Matte</a:t>
            </a: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49128" y="6425565"/>
            <a:ext cx="4310172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Turn f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ragmented records into a clear vehicle history.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Making ownership more transparent and informed.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411514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carma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0"/>
            <a:ext cx="9144000" cy="10287000"/>
          </a:xfrm>
          <a:custGeom>
            <a:avLst/>
            <a:gdLst/>
            <a:ahLst/>
            <a:cxnLst/>
            <a:rect r="r" b="b" t="t" l="l"/>
            <a:pathLst>
              <a:path h="10287000" w="9144000">
                <a:moveTo>
                  <a:pt x="0" y="0"/>
                </a:moveTo>
                <a:lnTo>
                  <a:pt x="9144000" y="0"/>
                </a:lnTo>
                <a:lnTo>
                  <a:pt x="9144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Project Objective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949018"/>
            <a:ext cx="7342398" cy="5566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Your vehi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cle's history is everywhere.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Today, vehicle history is fragmented across: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• Paper invoices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• PDFs and receipts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• Service-center records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• Insurance / PUC documents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• Personal memory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• Generic service-history apps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The information exists — but it isn't connected to the vehicle itself.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Finding what happened to a specific component often means searching through documents manually.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057275"/>
            <a:ext cx="2847786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545965"/>
            <a:ext cx="205937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The Problem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476250"/>
            <a:ext cx="18288000" cy="7614470"/>
            <a:chOff x="0" y="0"/>
            <a:chExt cx="1811948" cy="7544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11948" cy="754430"/>
            </a:xfrm>
            <a:custGeom>
              <a:avLst/>
              <a:gdLst/>
              <a:ahLst/>
              <a:cxnLst/>
              <a:rect r="r" b="b" t="t" l="l"/>
              <a:pathLst>
                <a:path h="754430" w="1811948">
                  <a:moveTo>
                    <a:pt x="1811948" y="0"/>
                  </a:moveTo>
                  <a:lnTo>
                    <a:pt x="1811948" y="640130"/>
                  </a:lnTo>
                  <a:lnTo>
                    <a:pt x="905974" y="754430"/>
                  </a:lnTo>
                  <a:lnTo>
                    <a:pt x="0" y="640130"/>
                  </a:lnTo>
                  <a:lnTo>
                    <a:pt x="0" y="0"/>
                  </a:lnTo>
                  <a:lnTo>
                    <a:pt x="1811948" y="0"/>
                  </a:lnTo>
                  <a:close/>
                </a:path>
              </a:pathLst>
            </a:custGeom>
            <a:solidFill>
              <a:srgbClr val="FAF7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811948" cy="6877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989777"/>
            <a:ext cx="11492644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What if the car itself was the interface?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113212"/>
            <a:ext cx="4238166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Vehicle →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Component → History → Evidence → Intelligence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057275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Insight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24917" y="4113212"/>
            <a:ext cx="4238166" cy="1851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Every d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ocumented repair, replacement, inspection and maintenance event is mapped to where it happened on the vehicle.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25208" y="4113212"/>
            <a:ext cx="4238166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AI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that works from evidence, not assumptions.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08748" y="7658100"/>
            <a:ext cx="287050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i="true">
                <a:solidFill>
                  <a:srgbClr val="8C7753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Key Insight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08457" y="8416290"/>
            <a:ext cx="14871085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A vehicle's his</a:t>
            </a: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tory becomes visual, searchable, and verifiable instead of a pile of disconnected documents.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i="true">
                <a:solidFill>
                  <a:srgbClr val="331B0D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This creates a foundation for better maintenance decisions, transparent ownership, and a transferable vehicle history.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12531" y="3273835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08748" y="3273835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09039" y="3273835"/>
            <a:ext cx="287050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5466005"/>
            <a:ext cx="18288000" cy="4820995"/>
          </a:xfrm>
          <a:custGeom>
            <a:avLst/>
            <a:gdLst/>
            <a:ahLst/>
            <a:cxnLst/>
            <a:rect r="r" b="b" t="t" l="l"/>
            <a:pathLst>
              <a:path h="4820995" w="18288000">
                <a:moveTo>
                  <a:pt x="0" y="0"/>
                </a:moveTo>
                <a:lnTo>
                  <a:pt x="18288000" y="0"/>
                </a:lnTo>
                <a:lnTo>
                  <a:pt x="18288000" y="4820995"/>
                </a:lnTo>
                <a:lnTo>
                  <a:pt x="0" y="48209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801" r="0" b="-94577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989777"/>
            <a:ext cx="81153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How Carma works 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57275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solution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188022"/>
            <a:ext cx="3671199" cy="1203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4"/>
              </a:lnSpc>
            </a:pPr>
            <a:r>
              <a:rPr lang="en-US" sz="1753" b="tru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01 - INTERACT</a:t>
            </a:r>
          </a:p>
          <a:p>
            <a:pPr algn="l">
              <a:lnSpc>
                <a:spcPts val="2454"/>
              </a:lnSpc>
            </a:pPr>
          </a:p>
          <a:p>
            <a:pPr algn="l">
              <a:lnSpc>
                <a:spcPts val="2454"/>
              </a:lnSpc>
              <a:spcBef>
                <a:spcPct val="0"/>
              </a:spcBef>
            </a:pPr>
            <a:r>
              <a:rPr lang="en-US" sz="1753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Explore</a:t>
            </a:r>
            <a:r>
              <a:rPr lang="en-US" sz="1753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 the vehicle in 3D and select a physical component.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86350" y="3188022"/>
            <a:ext cx="3581027" cy="1203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4"/>
              </a:lnSpc>
              <a:spcBef>
                <a:spcPct val="0"/>
              </a:spcBef>
            </a:pPr>
            <a:r>
              <a:rPr lang="en-US" b="true" sz="1753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02 - INSPECT</a:t>
            </a:r>
          </a:p>
          <a:p>
            <a:pPr algn="l">
              <a:lnSpc>
                <a:spcPts val="2454"/>
              </a:lnSpc>
              <a:spcBef>
                <a:spcPct val="0"/>
              </a:spcBef>
            </a:pPr>
          </a:p>
          <a:p>
            <a:pPr algn="l">
              <a:lnSpc>
                <a:spcPts val="2454"/>
              </a:lnSpc>
              <a:spcBef>
                <a:spcPct val="0"/>
              </a:spcBef>
            </a:pPr>
            <a:r>
              <a:rPr lang="en-US" sz="1753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View its documented service timeline, costs and events.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057902" y="3188022"/>
            <a:ext cx="3134088" cy="1508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4"/>
              </a:lnSpc>
              <a:spcBef>
                <a:spcPct val="0"/>
              </a:spcBef>
            </a:pPr>
            <a:r>
              <a:rPr lang="en-US" b="true" sz="1753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03 - VERIFY</a:t>
            </a:r>
          </a:p>
          <a:p>
            <a:pPr algn="l">
              <a:lnSpc>
                <a:spcPts val="2454"/>
              </a:lnSpc>
              <a:spcBef>
                <a:spcPct val="0"/>
              </a:spcBef>
            </a:pPr>
          </a:p>
          <a:p>
            <a:pPr algn="l">
              <a:lnSpc>
                <a:spcPts val="2454"/>
              </a:lnSpc>
              <a:spcBef>
                <a:spcPct val="0"/>
              </a:spcBef>
            </a:pPr>
            <a:r>
              <a:rPr lang="en-US" sz="1753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Open invoices and service documents attached to the event.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98616" y="3188022"/>
            <a:ext cx="4183997" cy="1812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4"/>
              </a:lnSpc>
              <a:spcBef>
                <a:spcPct val="0"/>
              </a:spcBef>
            </a:pPr>
            <a:r>
              <a:rPr lang="en-US" b="true" sz="1753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04 - UNDERSTAND</a:t>
            </a:r>
          </a:p>
          <a:p>
            <a:pPr algn="l">
              <a:lnSpc>
                <a:spcPts val="2454"/>
              </a:lnSpc>
              <a:spcBef>
                <a:spcPct val="0"/>
              </a:spcBef>
            </a:pPr>
          </a:p>
          <a:p>
            <a:pPr algn="l">
              <a:lnSpc>
                <a:spcPts val="2454"/>
              </a:lnSpc>
              <a:spcBef>
                <a:spcPct val="0"/>
              </a:spcBef>
            </a:pPr>
            <a:r>
              <a:rPr lang="en-US" sz="1753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Use Gemini-powered extraction and Ask CARMA to query the documented history..</a:t>
            </a:r>
          </a:p>
          <a:p>
            <a:pPr algn="l">
              <a:lnSpc>
                <a:spcPts val="245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98930"/>
            <a:ext cx="13950258" cy="6680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</a:t>
            </a: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b="true" sz="2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that works</a:t>
            </a:r>
            <a:r>
              <a:rPr lang="en-US" b="true" sz="2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from evidence, 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not assumptions.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Two big sections: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Document Intelligence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Upload an invoice or service document.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Gemini extracts: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• Service date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• Cost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• Service centre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• Parts / work performed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Other relevant structured information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The user reviews the extraction before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saving it.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7636940" y="925032"/>
            <a:ext cx="17733483" cy="8436935"/>
          </a:xfrm>
          <a:custGeom>
            <a:avLst/>
            <a:gdLst/>
            <a:ahLst/>
            <a:cxnLst/>
            <a:rect r="r" b="b" t="t" l="l"/>
            <a:pathLst>
              <a:path h="8436935" w="17733483">
                <a:moveTo>
                  <a:pt x="0" y="0"/>
                </a:moveTo>
                <a:lnTo>
                  <a:pt x="17733482" y="0"/>
                </a:lnTo>
                <a:lnTo>
                  <a:pt x="17733482" y="8436936"/>
                </a:lnTo>
                <a:lnTo>
                  <a:pt x="0" y="84369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203" r="0" b="-702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057275"/>
            <a:ext cx="7342398" cy="24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00"/>
              </a:lnSpc>
              <a:spcBef>
                <a:spcPct val="0"/>
              </a:spcBef>
            </a:pPr>
            <a:r>
              <a:rPr lang="en-US" b="true" sz="1800" spc="179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intelligence + Evidence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6172208" cy="10287000"/>
          </a:xfrm>
          <a:custGeom>
            <a:avLst/>
            <a:gdLst/>
            <a:ahLst/>
            <a:cxnLst/>
            <a:rect r="r" b="b" t="t" l="l"/>
            <a:pathLst>
              <a:path h="10287000" w="6172208">
                <a:moveTo>
                  <a:pt x="0" y="0"/>
                </a:moveTo>
                <a:lnTo>
                  <a:pt x="6172208" y="0"/>
                </a:lnTo>
                <a:lnTo>
                  <a:pt x="617220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9750" t="-12188" r="-7174" b="-150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03908" y="758190"/>
            <a:ext cx="7342398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4800" spc="-288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Techstack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03908" y="1542290"/>
            <a:ext cx="10872712" cy="816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Built as a spatial vehicle history system</a:t>
            </a:r>
          </a:p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TECH STACK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</a:t>
            </a: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eact · Three.js / React Three Fiber · Gemini · Vercel · JavaScript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Architecture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Frontend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React + Three.js / React Three Fiber for the interactive 3D vehicle interface.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Vehicle Layer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Vehicle profile + component mapping connects physical vehicle parts to their documented history.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 Layer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Service records store inspections, maintenance, repairs, replacements, costs, dates and mileage.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Document Layer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Invoices and service documents are attached as evidence to individual service records. Insurance and PUC are stored as vehicle-level documents.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 Layer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Gemini extracts structured information from uploaded documents and powers Ask CARMA for grounded questions about the vehicle's documented history.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Intelligence Layer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CARMA aggregates documented history into service activity, spending, component history and vehicle insights.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822730" y="593729"/>
            <a:ext cx="6999640" cy="823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 b="true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What's</a:t>
            </a: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next?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- Service-center generated records Authorized workshops can add verified events directly.</a:t>
            </a: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- Vehicle Service Passport A structured, transferable history of documented maintenance.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Maintenance Intelligence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Use accumulated history to surface patterns, upcoming needs and vehicle insights.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8C7753"/>
                </a:solidFill>
                <a:latin typeface="Open Sauce"/>
                <a:ea typeface="Open Sauce"/>
                <a:cs typeface="Open Sauce"/>
                <a:sym typeface="Open Sauce"/>
              </a:rPr>
              <a:t>..</a:t>
            </a:r>
            <a:r>
              <a:rPr lang="en-US" b="true" sz="2400">
                <a:solidFill>
                  <a:srgbClr val="8C775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and what do we have here?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CARMA turns a pile of vehicle records into a living, spatial history of the car.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-607605"/>
            <a:ext cx="8945791" cy="11206447"/>
          </a:xfrm>
          <a:custGeom>
            <a:avLst/>
            <a:gdLst/>
            <a:ahLst/>
            <a:cxnLst/>
            <a:rect r="r" b="b" t="t" l="l"/>
            <a:pathLst>
              <a:path h="11206447" w="8945791">
                <a:moveTo>
                  <a:pt x="0" y="0"/>
                </a:moveTo>
                <a:lnTo>
                  <a:pt x="8945791" y="0"/>
                </a:lnTo>
                <a:lnTo>
                  <a:pt x="8945791" y="11206447"/>
                </a:lnTo>
                <a:lnTo>
                  <a:pt x="0" y="112064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6822" t="-12794" r="-97056" b="-307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698616" y="8984615"/>
            <a:ext cx="4560684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331B0D"/>
                </a:solidFill>
                <a:latin typeface="Open Sauce"/>
                <a:ea typeface="Open Sauce"/>
                <a:cs typeface="Open Sauce"/>
                <a:sym typeface="Open Sauce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DAHVtKU7oKE</dc:identifier>
  <dcterms:modified xsi:type="dcterms:W3CDTF">2011-08-01T06:04:30Z</dcterms:modified>
  <cp:revision>1</cp:revision>
  <dc:title>Carma-PPT</dc:title>
</cp:coreProperties>
</file>